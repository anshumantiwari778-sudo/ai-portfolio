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1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9659-127A-4398-AAE3-6851B49750D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82E56-C798-4B60-BAC5-E7937DF12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64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9659-127A-4398-AAE3-6851B49750D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82E56-C798-4B60-BAC5-E7937DF12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716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9659-127A-4398-AAE3-6851B49750D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82E56-C798-4B60-BAC5-E7937DF12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20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9659-127A-4398-AAE3-6851B49750D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82E56-C798-4B60-BAC5-E7937DF12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97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9659-127A-4398-AAE3-6851B49750D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82E56-C798-4B60-BAC5-E7937DF12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93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9659-127A-4398-AAE3-6851B49750D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82E56-C798-4B60-BAC5-E7937DF12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188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9659-127A-4398-AAE3-6851B49750D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82E56-C798-4B60-BAC5-E7937DF12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112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9659-127A-4398-AAE3-6851B49750D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82E56-C798-4B60-BAC5-E7937DF12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06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9659-127A-4398-AAE3-6851B49750D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82E56-C798-4B60-BAC5-E7937DF12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171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9659-127A-4398-AAE3-6851B49750D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82E56-C798-4B60-BAC5-E7937DF12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80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9659-127A-4398-AAE3-6851B49750D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82E56-C798-4B60-BAC5-E7937DF12FA4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5707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9659-127A-4398-AAE3-6851B49750D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82E56-C798-4B60-BAC5-E7937DF12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739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9659-127A-4398-AAE3-6851B49750D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82E56-C798-4B60-BAC5-E7937DF12FA4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923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9659-127A-4398-AAE3-6851B49750D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82E56-C798-4B60-BAC5-E7937DF12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502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9659-127A-4398-AAE3-6851B49750D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82E56-C798-4B60-BAC5-E7937DF12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949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9659-127A-4398-AAE3-6851B49750D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82E56-C798-4B60-BAC5-E7937DF12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177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09659-127A-4398-AAE3-6851B49750D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B282E56-C798-4B60-BAC5-E7937DF12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42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42" r:id="rId1"/>
    <p:sldLayoutId id="2147484043" r:id="rId2"/>
    <p:sldLayoutId id="2147484044" r:id="rId3"/>
    <p:sldLayoutId id="2147484045" r:id="rId4"/>
    <p:sldLayoutId id="2147484046" r:id="rId5"/>
    <p:sldLayoutId id="2147484047" r:id="rId6"/>
    <p:sldLayoutId id="2147484048" r:id="rId7"/>
    <p:sldLayoutId id="2147484049" r:id="rId8"/>
    <p:sldLayoutId id="2147484050" r:id="rId9"/>
    <p:sldLayoutId id="2147484051" r:id="rId10"/>
    <p:sldLayoutId id="2147484052" r:id="rId11"/>
    <p:sldLayoutId id="2147484053" r:id="rId12"/>
    <p:sldLayoutId id="2147484054" r:id="rId13"/>
    <p:sldLayoutId id="2147484055" r:id="rId14"/>
    <p:sldLayoutId id="2147484056" r:id="rId15"/>
    <p:sldLayoutId id="2147484057" r:id="rId16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huntscanlon.com/the-evolution-of-tech-leadership-in-europe-40-years-of-transformation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10" Type="http://schemas.openxmlformats.org/officeDocument/2006/relationships/image" Target="../media/image26.jpeg"/><Relationship Id="rId4" Type="http://schemas.openxmlformats.org/officeDocument/2006/relationships/image" Target="../media/image20.jpeg"/><Relationship Id="rId9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7AC8A-7499-4EAC-8081-5B78C215CC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BDEEE8-0437-4A2B-9264-B37A658D4D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915CE3-27D0-4946-9B80-E2C8B27CF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4CEEE6-C853-4BB7-949C-D6BF72B5D5D2}"/>
              </a:ext>
            </a:extLst>
          </p:cNvPr>
          <p:cNvSpPr txBox="1"/>
          <p:nvPr/>
        </p:nvSpPr>
        <p:spPr>
          <a:xfrm flipH="1">
            <a:off x="0" y="923277"/>
            <a:ext cx="651621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lgerian" panose="04020705040A02060702" pitchFamily="82" charset="0"/>
              </a:rPr>
              <a:t>HISTORY OF ARTIFICIAL INTELIGENCE : FROM DREAMS TO REALITY</a:t>
            </a:r>
            <a:endParaRPr lang="en-IN" sz="4400" dirty="0"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8DE7B-608B-4C91-BC7A-D7C63E23A602}"/>
              </a:ext>
            </a:extLst>
          </p:cNvPr>
          <p:cNvSpPr txBox="1"/>
          <p:nvPr/>
        </p:nvSpPr>
        <p:spPr>
          <a:xfrm flipH="1">
            <a:off x="1853803" y="3179552"/>
            <a:ext cx="4742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stellar" panose="020A0402060406010301" pitchFamily="18" charset="0"/>
              </a:rPr>
              <a:t>Prepared By- Anshuman  Tiwari</a:t>
            </a:r>
            <a:endParaRPr lang="en-IN" dirty="0">
              <a:latin typeface="Castellar" panose="020A0402060406010301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2EC294-B0DC-4A68-AA54-AE085C8466F4}"/>
              </a:ext>
            </a:extLst>
          </p:cNvPr>
          <p:cNvSpPr txBox="1"/>
          <p:nvPr/>
        </p:nvSpPr>
        <p:spPr>
          <a:xfrm flipH="1">
            <a:off x="2093499" y="3578903"/>
            <a:ext cx="5559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stellar" panose="020A0402060406010301" pitchFamily="18" charset="0"/>
              </a:rPr>
              <a:t>M.Sc. Mathematics with AI &amp; Data Science</a:t>
            </a:r>
            <a:endParaRPr lang="en-IN" dirty="0">
              <a:latin typeface="Castellar" panose="020A04020604060103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791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397"/>
    </mc:Choice>
    <mc:Fallback>
      <p:transition advTm="33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D1B08-1DA6-4FD5-8B2F-6BD66234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557" y="85817"/>
            <a:ext cx="8596668" cy="1320800"/>
          </a:xfrm>
        </p:spPr>
        <p:txBody>
          <a:bodyPr/>
          <a:lstStyle/>
          <a:p>
            <a:r>
              <a:rPr lang="en-US" dirty="0"/>
              <a:t>AI ONLY A DREAM ?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D5F9642-EB04-4602-8DFA-78CAC65A3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16639"/>
            <a:ext cx="8596668" cy="52247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“Can machines thinks like humans?”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“ Imagine waking up and your phone already knows your mood…”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“ A machine suggests your food, music, and even decisions…”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“ Are we creating our future… or our replacement?”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/>
              <a:t>“These questions </a:t>
            </a:r>
            <a:r>
              <a:rPr lang="en-US" dirty="0"/>
              <a:t>started the journey of AI…"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592D9F87-7B7B-4151-86C6-2D24D2A06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61" y="2795956"/>
            <a:ext cx="3856402" cy="246654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198CF306-C2DE-4C60-B384-6643D3EA7E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064" y="2795955"/>
            <a:ext cx="4965576" cy="246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88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6376">
        <p14:reveal/>
      </p:transition>
    </mc:Choice>
    <mc:Fallback>
      <p:transition spd="slow" advTm="6376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55A19-3E29-4303-BB20-818A382951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7300" y="457200"/>
            <a:ext cx="8825658" cy="745724"/>
          </a:xfrm>
        </p:spPr>
        <p:txBody>
          <a:bodyPr/>
          <a:lstStyle/>
          <a:p>
            <a:pPr algn="l"/>
            <a:r>
              <a:rPr lang="en-US" dirty="0"/>
              <a:t>What is AI?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298969-640C-42C0-8C83-84246D704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3586579"/>
            <a:ext cx="7865827" cy="2068497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AI = Machines that can learn, think and decide. It refers to the ability of machines to mimic human intelligence and perform tasks that typically require human cognition.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Examples:-Google maps, chatbots, face recognition </a:t>
            </a:r>
            <a:r>
              <a:rPr lang="en-US" dirty="0" err="1"/>
              <a:t>etc</a:t>
            </a:r>
            <a:r>
              <a:rPr lang="en-US" dirty="0"/>
              <a:t>….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“AI is not future, it’s already here.”</a:t>
            </a:r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A70B2C1-B784-4E6F-92E0-09805FEFA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589104"/>
            <a:ext cx="4572000" cy="19974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CAC5385-BE8B-4FE7-B4AC-7332BE9585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89104"/>
            <a:ext cx="3644703" cy="19974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69268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5267">
        <p14:reveal/>
      </p:transition>
    </mc:Choice>
    <mc:Fallback>
      <p:transition spd="slow" advTm="5267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207AC-DFE3-460C-8D48-56CA6F087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263" y="-1"/>
            <a:ext cx="7766936" cy="1917577"/>
          </a:xfrm>
        </p:spPr>
        <p:txBody>
          <a:bodyPr/>
          <a:lstStyle/>
          <a:p>
            <a:pPr algn="l"/>
            <a:r>
              <a:rPr lang="en-US" dirty="0"/>
              <a:t>Early Ideas(Before Computers)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97DC7E-B90B-4C4B-8700-0C9172BED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538" y="1917577"/>
            <a:ext cx="8732465" cy="3230156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Humans always dreamed of Artificial beings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Greek myths: Robots like Talos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Leonardo da Vinci designed mechanical robots (1495)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IDEA: “Can we create life artificially?”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FBA529-B6BF-4E11-B3D6-8953E34ED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5731" y="3657216"/>
            <a:ext cx="4416271" cy="25431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A30F11-5691-44C6-9010-FB2672ABCF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115" y="3657217"/>
            <a:ext cx="3571875" cy="25431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A80034-099F-45E2-9957-9DD80CB0A71D}"/>
              </a:ext>
            </a:extLst>
          </p:cNvPr>
          <p:cNvSpPr txBox="1"/>
          <p:nvPr/>
        </p:nvSpPr>
        <p:spPr>
          <a:xfrm>
            <a:off x="1568919" y="6267635"/>
            <a:ext cx="2317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EDSAC</a:t>
            </a:r>
            <a:endParaRPr lang="en-IN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4F7AAA-A572-4D85-9257-75644A520669}"/>
              </a:ext>
            </a:extLst>
          </p:cNvPr>
          <p:cNvSpPr txBox="1"/>
          <p:nvPr/>
        </p:nvSpPr>
        <p:spPr>
          <a:xfrm>
            <a:off x="5987372" y="6267635"/>
            <a:ext cx="2032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HONCHEONSIGYE</a:t>
            </a:r>
            <a:endParaRPr lang="en-IN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742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5427">
        <p14:reveal/>
      </p:transition>
    </mc:Choice>
    <mc:Fallback>
      <p:transition spd="slow" advTm="5427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C2A9-F6A4-49BC-A05C-0A2A664B8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BIRTH OF AI (1950s)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E7F710-8B6D-4410-BA40-5C6CFA741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58283"/>
            <a:ext cx="8596668" cy="321945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Alan Turin proposed Turing Test to evaluate machine intelligence.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term artificial intelligence was coined by John McCarthy.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famous Dartmouth Conference (1956) marked the official birth of AI</a:t>
            </a:r>
            <a:r>
              <a:rPr lang="en-IN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AI programs like ELIZA simulated human conversation.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Scientists believed : “AI will be ready in 20 years and soon thinks like humans</a:t>
            </a:r>
            <a:r>
              <a:rPr lang="en-US" dirty="0"/>
              <a:t>.”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C2DFA2-3D4E-4DCA-B52E-20D32D0A3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985" y="3665493"/>
            <a:ext cx="4067175" cy="25242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F3A2FA-1017-4FD2-AC35-1AE66652B0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3619039"/>
            <a:ext cx="2455508" cy="25242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BC8E0A-095B-4BEF-8E68-4BF44DF5EF67}"/>
              </a:ext>
            </a:extLst>
          </p:cNvPr>
          <p:cNvSpPr txBox="1"/>
          <p:nvPr/>
        </p:nvSpPr>
        <p:spPr>
          <a:xfrm flipH="1">
            <a:off x="1127463" y="6143255"/>
            <a:ext cx="2005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ALAN TURING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C184D5-DC3B-4648-A3F2-5ADB20DE2CAD}"/>
              </a:ext>
            </a:extLst>
          </p:cNvPr>
          <p:cNvSpPr txBox="1"/>
          <p:nvPr/>
        </p:nvSpPr>
        <p:spPr>
          <a:xfrm>
            <a:off x="6096000" y="6275459"/>
            <a:ext cx="2192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IBM 704 EDPS</a:t>
            </a:r>
            <a:endParaRPr lang="en-IN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146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6310">
        <p14:reveal/>
      </p:transition>
    </mc:Choice>
    <mc:Fallback>
      <p:transition spd="slow" advTm="631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84FC4-293C-4417-80AC-0C440E969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602" y="230820"/>
            <a:ext cx="8519401" cy="994298"/>
          </a:xfrm>
        </p:spPr>
        <p:txBody>
          <a:bodyPr/>
          <a:lstStyle/>
          <a:p>
            <a:pPr algn="l"/>
            <a:r>
              <a:rPr lang="en-US" dirty="0"/>
              <a:t>AI WINTER (1970s-1990s)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789EFA-B8FF-4A1A-840C-0D7F1DDB6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379" y="1438183"/>
            <a:ext cx="8430624" cy="3709549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AI failed to meet expectations.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Lack of data and computing power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Funding reduced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Computers were not powerful enough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AI progress slowed down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Scientists believed: “AI is not future, it’s ends here.”</a:t>
            </a:r>
          </a:p>
          <a:p>
            <a:pPr algn="l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9B2B34-B8A1-403B-8F35-2B628C687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679" y="3956318"/>
            <a:ext cx="4893818" cy="267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586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5582">
        <p14:reveal/>
      </p:transition>
    </mc:Choice>
    <mc:Fallback>
      <p:transition spd="slow" advTm="5582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D064D-579E-49D9-9F0A-8E3915302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0012" y="168676"/>
            <a:ext cx="8403991" cy="941033"/>
          </a:xfrm>
        </p:spPr>
        <p:txBody>
          <a:bodyPr/>
          <a:lstStyle/>
          <a:p>
            <a:pPr algn="l"/>
            <a:r>
              <a:rPr lang="en-US" dirty="0"/>
              <a:t>AI COMEBACK (1997)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2E8838-8651-4C56-9613-83D0913B7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070" y="1296140"/>
            <a:ext cx="8625933" cy="3878225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IBM DEEP BLUE defeated Garry Kasparov in Chess match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First major success of AI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First time machine beat world champion 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Scientists believed: “ The historical comeback of machine.”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MACHINE LEARNING ERA…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6156A3-F1B3-4214-AF87-CAE7EF33D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713" y="3429000"/>
            <a:ext cx="2456842" cy="28981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8132050-525D-4793-A71C-AEDF6C338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55" y="3429000"/>
            <a:ext cx="3333750" cy="28981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E0D0D4E-5932-466B-9155-2616A7B460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782" y="959610"/>
            <a:ext cx="2454001" cy="227564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93F255C-F6ED-4B09-A01D-6F2E17AEC5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555" y="3429000"/>
            <a:ext cx="2550770" cy="289819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D54469A-4ABD-4807-94CC-1231C336A4B1}"/>
              </a:ext>
            </a:extLst>
          </p:cNvPr>
          <p:cNvSpPr txBox="1"/>
          <p:nvPr/>
        </p:nvSpPr>
        <p:spPr>
          <a:xfrm>
            <a:off x="2923443" y="6409677"/>
            <a:ext cx="4589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IBM DEEP BLUE VS Garry Kasparov</a:t>
            </a:r>
            <a:endParaRPr lang="en-IN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56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6247">
        <p14:reveal/>
      </p:transition>
    </mc:Choice>
    <mc:Fallback>
      <p:transition spd="slow" advTm="6247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F37FB-A8D0-4EF2-BA94-6BF48C7CB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RISE OF MODERN AI (2000-2015)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192B2-99E4-4CD7-8EAD-4EC8F4CA6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Growth of Internet and Big Data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Development of Machine Learning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IBM Watson wins Jeopardy (2011)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GPUs accelerate training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Large Scale Deep Learning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AI used in: </a:t>
            </a:r>
          </a:p>
          <a:p>
            <a:pPr marL="0" indent="0">
              <a:buNone/>
            </a:pPr>
            <a:r>
              <a:rPr lang="en-US" dirty="0"/>
              <a:t>                 - Google search </a:t>
            </a:r>
          </a:p>
          <a:p>
            <a:pPr marL="0" indent="0">
              <a:buNone/>
            </a:pPr>
            <a:r>
              <a:rPr lang="en-US" dirty="0"/>
              <a:t>                 - Recommendation Systems </a:t>
            </a:r>
          </a:p>
          <a:p>
            <a:pPr marL="0" indent="0">
              <a:buNone/>
            </a:pPr>
            <a:r>
              <a:rPr lang="en-IN" dirty="0"/>
              <a:t>Scientists believed: “AI is present, AI is future.”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BC2E55-019D-4B28-80EC-69A15C2E6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020" y="1538056"/>
            <a:ext cx="3863802" cy="378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287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5281">
        <p14:reveal/>
      </p:transition>
    </mc:Choice>
    <mc:Fallback>
      <p:transition spd="slow" advTm="5281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83C40-6AF9-47E5-909A-0B26EA02F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LEARNING ERA  (2015-Present)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9ABE4-3521-4F2F-B9DC-8AA0398A1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75535"/>
            <a:ext cx="8596668" cy="426582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AlphaGo beats Lee Sedol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Large Language Models used (LLMs)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Neural networks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Self driving cars (Tesla , </a:t>
            </a:r>
            <a:r>
              <a:rPr lang="en-US" dirty="0" err="1"/>
              <a:t>Byd</a:t>
            </a:r>
            <a:r>
              <a:rPr lang="en-US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Voice assistance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Chatbots like  Chat GPT (launches on 2022), Gemini, </a:t>
            </a:r>
            <a:r>
              <a:rPr lang="en-US" dirty="0" err="1"/>
              <a:t>Claoud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AI now can: </a:t>
            </a:r>
          </a:p>
          <a:p>
            <a:pPr marL="0" indent="0">
              <a:buNone/>
            </a:pPr>
            <a:r>
              <a:rPr lang="en-US" dirty="0"/>
              <a:t>                  - Speak </a:t>
            </a:r>
          </a:p>
          <a:p>
            <a:pPr marL="0" indent="0">
              <a:buNone/>
            </a:pPr>
            <a:r>
              <a:rPr lang="en-US" dirty="0"/>
              <a:t>                  - Write </a:t>
            </a:r>
          </a:p>
          <a:p>
            <a:pPr marL="0" indent="0">
              <a:buNone/>
            </a:pPr>
            <a:r>
              <a:rPr lang="en-US" dirty="0"/>
              <a:t>                  - Create images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Scientists believed: “ AI is very useful and growing fast, but it’s not yet as intelligent as humans and must be developed carefully.”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AI IS POWERFUL BUT NARROW…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92810C-1842-4482-B5DF-C0D24D560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750" y="0"/>
            <a:ext cx="3465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503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5531">
        <p14:reveal/>
      </p:transition>
    </mc:Choice>
    <mc:Fallback>
      <p:transition spd="slow" advTm="5531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40340-D4D4-4FDE-86C4-9DA87B122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39789"/>
            <a:ext cx="8596668" cy="1320800"/>
          </a:xfrm>
        </p:spPr>
        <p:txBody>
          <a:bodyPr/>
          <a:lstStyle/>
          <a:p>
            <a:r>
              <a:rPr lang="en-US" dirty="0"/>
              <a:t>FUTURE OF AI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53EBE-C832-4D3B-A255-09A0C12A1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0619"/>
            <a:ext cx="8596668" cy="438074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Artificial General Intelligence (AGI)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Self Learning System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Human- AI Collaboration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Super AI (Machines smarter than humans?)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AI will used in:  </a:t>
            </a:r>
          </a:p>
          <a:p>
            <a:pPr marL="0" indent="0">
              <a:buNone/>
            </a:pPr>
            <a:r>
              <a:rPr lang="en-US" dirty="0"/>
              <a:t>                      - Health care</a:t>
            </a:r>
          </a:p>
          <a:p>
            <a:pPr marL="0" indent="0">
              <a:buNone/>
            </a:pPr>
            <a:r>
              <a:rPr lang="en-US" dirty="0"/>
              <a:t>                      - Education </a:t>
            </a:r>
          </a:p>
          <a:p>
            <a:pPr marL="0" indent="0">
              <a:buNone/>
            </a:pPr>
            <a:r>
              <a:rPr lang="en-US" dirty="0"/>
              <a:t>                      - Space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Scientists questioned: “Will AI help humans or replace them?”</a:t>
            </a: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7963F2-3E51-47AC-BD1E-26330D404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083" y="1660619"/>
            <a:ext cx="3873744" cy="2880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862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5134">
        <p14:reveal/>
      </p:transition>
    </mc:Choice>
    <mc:Fallback>
      <p:transition spd="slow" advTm="5134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D5BD9-2125-41CB-8BC9-33C69F6E6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868" y="195309"/>
            <a:ext cx="8466135" cy="816745"/>
          </a:xfrm>
        </p:spPr>
        <p:txBody>
          <a:bodyPr/>
          <a:lstStyle/>
          <a:p>
            <a:pPr algn="l"/>
            <a:r>
              <a:rPr lang="en-US" dirty="0"/>
              <a:t>REAL LIFE TOOLS OF AI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DC2D21-E1A3-46F6-B31A-37C9F10FF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7868" y="1083076"/>
            <a:ext cx="8466135" cy="5579615"/>
          </a:xfrm>
        </p:spPr>
        <p:txBody>
          <a:bodyPr>
            <a:normAutofit fontScale="85000" lnSpcReduction="20000"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Google Maps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Chat GPT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You tube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Netflix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Amazon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Instagram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LinkedIn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Spotify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Gmail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Face Unlock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Siri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 err="1"/>
              <a:t>Swiggy</a:t>
            </a:r>
            <a:endParaRPr lang="en-US" dirty="0"/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Uber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UP fraud Detection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Banking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Healthcare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ISRO Satellite images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E75333-4C56-4DE7-8C3C-E9EA9461A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682" y="5127362"/>
            <a:ext cx="2420321" cy="1740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282BC7-EA68-46A4-AFFE-FB6C878FA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691" y="4890054"/>
            <a:ext cx="1870969" cy="19777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1A4BD9-F4B6-4829-B5A6-49C9357AA5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330" y="2781145"/>
            <a:ext cx="2015352" cy="20842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B36CD8-3696-4D40-B698-D4F278F473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4003" y="0"/>
            <a:ext cx="2917997" cy="22993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BE0448-6E94-4505-ACBC-CDBF6DFEAD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4003" y="2279096"/>
            <a:ext cx="2917997" cy="22329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98546A9-8F9C-41C8-98FB-38B7BC4BB2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4003" y="4512076"/>
            <a:ext cx="2917997" cy="23459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5F97206-F447-4F2C-8DFC-A160DA1DA7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683" y="1257653"/>
            <a:ext cx="2420320" cy="195737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E62A438-628F-4DEA-AAF6-BB647FF9B9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682" y="3224815"/>
            <a:ext cx="2420321" cy="189276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C6BD503-D1AB-4C19-86E8-1CADB8ECB3A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765" y="1257653"/>
            <a:ext cx="1590895" cy="149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72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9489">
        <p14:reveal/>
      </p:transition>
    </mc:Choice>
    <mc:Fallback>
      <p:transition spd="slow" advTm="9489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BF28F-55A3-4993-BDE2-E35C45AC8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8577"/>
            <a:ext cx="7766936" cy="834500"/>
          </a:xfrm>
        </p:spPr>
        <p:txBody>
          <a:bodyPr/>
          <a:lstStyle/>
          <a:p>
            <a:pPr algn="l"/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763414-25A9-440C-B14E-4D17F0C96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8586" y="1154097"/>
            <a:ext cx="8155417" cy="4696287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“AI has evolved from imagination to reality and is shaping the future of humanity.</a:t>
            </a:r>
            <a:r>
              <a:rPr lang="en-IN" dirty="0"/>
              <a:t> AI is not just a technology, It is a new era of human evolution”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dirty="0"/>
              <a:t>“ AI is changing the world faster than any invention in history.”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dirty="0"/>
              <a:t>“Artificial intelligence is the new electricity.”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dirty="0"/>
              <a:t>“ This is not the future… this is happening now.”</a:t>
            </a:r>
          </a:p>
          <a:p>
            <a:pPr algn="l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8394E1-810F-421B-A224-D9B567391A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803" y="2889680"/>
            <a:ext cx="2743200" cy="323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7955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5519">
        <p14:reveal/>
      </p:transition>
    </mc:Choice>
    <mc:Fallback>
      <p:transition spd="slow" advTm="5519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110F6-E7A5-48F6-97A0-84CC6B4D9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417250"/>
            <a:ext cx="7766936" cy="1029810"/>
          </a:xfrm>
        </p:spPr>
        <p:txBody>
          <a:bodyPr/>
          <a:lstStyle/>
          <a:p>
            <a:pPr algn="l"/>
            <a:r>
              <a:rPr lang="en-US" dirty="0"/>
              <a:t>References: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DECA8B-7130-460B-837E-AB9ED88F3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6046" y="1840294"/>
            <a:ext cx="7766936" cy="4600456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dirty="0"/>
              <a:t>Artificial Intelligence: A Modern Approach- by Stuart Russell &amp; Peter  </a:t>
            </a:r>
            <a:r>
              <a:rPr lang="en-US" dirty="0" err="1"/>
              <a:t>Norvig</a:t>
            </a:r>
            <a:endParaRPr lang="en-US" dirty="0"/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dirty="0"/>
              <a:t>Life 3.0- by Max Teg Mark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dirty="0"/>
              <a:t>AI for Everyone- by Andrew NG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dirty="0"/>
              <a:t>AI Material from :</a:t>
            </a:r>
          </a:p>
          <a:p>
            <a:pPr algn="l"/>
            <a:r>
              <a:rPr lang="en-US" dirty="0"/>
              <a:t>                           - NCERT (ICT/AI Modules)</a:t>
            </a:r>
          </a:p>
          <a:p>
            <a:pPr algn="l"/>
            <a:r>
              <a:rPr lang="en-US" dirty="0"/>
              <a:t>                           - CBSE AI curriculum </a:t>
            </a:r>
          </a:p>
          <a:p>
            <a:pPr algn="l"/>
            <a:r>
              <a:rPr lang="en-US" dirty="0"/>
              <a:t>                    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0B9D2F-9F4B-4B99-B21C-220B0CD8D3AA}"/>
              </a:ext>
            </a:extLst>
          </p:cNvPr>
          <p:cNvSpPr txBox="1"/>
          <p:nvPr/>
        </p:nvSpPr>
        <p:spPr>
          <a:xfrm>
            <a:off x="1507067" y="4563122"/>
            <a:ext cx="39438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Image Sources:</a:t>
            </a:r>
          </a:p>
          <a:p>
            <a:r>
              <a:rPr lang="en-US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                  </a:t>
            </a:r>
            <a:endParaRPr lang="en-IN" sz="4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7E25F7-2C0B-4752-82E6-150DA1BD7BFE}"/>
              </a:ext>
            </a:extLst>
          </p:cNvPr>
          <p:cNvSpPr txBox="1"/>
          <p:nvPr/>
        </p:nvSpPr>
        <p:spPr>
          <a:xfrm flipH="1">
            <a:off x="4543230" y="5357526"/>
            <a:ext cx="4237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www.google.com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www.pinterest.com</a:t>
            </a:r>
            <a:endParaRPr lang="en-IN" u="sng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904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4123">
        <p14:reveal/>
      </p:transition>
    </mc:Choice>
    <mc:Fallback>
      <p:transition spd="slow" advTm="4123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B76BE2-42B2-4A74-AF08-126D67C78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693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8430">
        <p14:reveal/>
      </p:transition>
    </mc:Choice>
    <mc:Fallback>
      <p:transition spd="slow" advTm="843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"/>
</p:tagLst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375</TotalTime>
  <Words>679</Words>
  <Application>Microsoft Office PowerPoint</Application>
  <PresentationFormat>Widescreen</PresentationFormat>
  <Paragraphs>123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Algerian</vt:lpstr>
      <vt:lpstr>Arial</vt:lpstr>
      <vt:lpstr>Castellar</vt:lpstr>
      <vt:lpstr>Trebuchet MS</vt:lpstr>
      <vt:lpstr>Wingdings</vt:lpstr>
      <vt:lpstr>Wingdings 3</vt:lpstr>
      <vt:lpstr>Facet</vt:lpstr>
      <vt:lpstr>PowerPoint Presentation</vt:lpstr>
      <vt:lpstr>AI ONLY A DREAM ?</vt:lpstr>
      <vt:lpstr>What is AI?</vt:lpstr>
      <vt:lpstr>Early Ideas(Before Computers)</vt:lpstr>
      <vt:lpstr>BIRTH OF AI (1950s)</vt:lpstr>
      <vt:lpstr>AI WINTER (1970s-1990s)</vt:lpstr>
      <vt:lpstr>AI COMEBACK (1997)</vt:lpstr>
      <vt:lpstr>RISE OF MODERN AI (2000-2015)</vt:lpstr>
      <vt:lpstr>DEEP LEARNING ERA  (2015-Present)</vt:lpstr>
      <vt:lpstr>FUTURE OF AI </vt:lpstr>
      <vt:lpstr>REAL LIFE TOOLS OF AI</vt:lpstr>
      <vt:lpstr>CONCLUSION</vt:lpstr>
      <vt:lpstr>References: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Aryansh Tiwari</dc:creator>
  <cp:lastModifiedBy>Aryansh Tiwari</cp:lastModifiedBy>
  <cp:revision>32</cp:revision>
  <dcterms:created xsi:type="dcterms:W3CDTF">2026-07-17T06:26:50Z</dcterms:created>
  <dcterms:modified xsi:type="dcterms:W3CDTF">2026-07-17T13:05:20Z</dcterms:modified>
</cp:coreProperties>
</file>